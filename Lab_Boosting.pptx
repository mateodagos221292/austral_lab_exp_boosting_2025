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0ea8b42a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0ea8b42a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ea8b42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0ea8b42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0ea8b42a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0ea8b42a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0ea8b42a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0ea8b42a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ea8b42a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ea8b42a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0ea8b42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0ea8b42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0ea8b42a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0ea8b42a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0ea8b42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0ea8b42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0ea8b42a8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0ea8b42a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0ea8b42a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0ea8b42a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0ea8b42a8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0ea8b42a8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0ea8b42a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0ea8b42a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0ea8b42a8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0ea8b42a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0ea8b42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0ea8b42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0ea8b42a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0ea8b42a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0fe283c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0fe283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0ea8b42a8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0ea8b42a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0fe283c4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0fe283c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0fe283c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0fe283c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¿Qué nuevo conocimiento puede extraerse de las familias de experimentos realizados?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0ea8b42a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0ea8b42a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81ff6af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81ff6af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Recomendar a toda la cohorte cómo proceder con esa etapa del workflow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Expresar con total claridad sobre si el experimento dio resultados concluyentes o no.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Mostrar con absoluta claridad cómo deben setearse los parámetros del workflow mostrando el código de como queda esa función en el workflow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Aclarar si debe incorporarse algún script nuevo (deberá estar el link)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0ea8b42a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0ea8b42a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presentan nuevas preguntas a resolver en función de resultados no intuitivos encontrados durante la experimentación.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plantean extensiones de los experimentos, si los resultados no fueron concluyentes</a:t>
            </a:r>
            <a:endParaRPr sz="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0ea8b42a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0ea8b42a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Para cada familia de experimentos se da un link a una carpeta de GitHub que contiene :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AutoNum type="arabicPeriod"/>
            </a:pPr>
            <a:r>
              <a:rPr lang="es-419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Todos los scripts utilizados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AutoNum type="arabicPeriod"/>
            </a:pPr>
            <a:r>
              <a:rPr lang="es-419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 forma en que deben ser corridos dichos scripts para que puedan ser replicados, partiendo desde el dataset de la competencia.</a:t>
            </a:r>
            <a:endParaRPr sz="3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medium.com/data-waffles/the-monotonic-darting-best-first-boosted-tree-cd917bb4a247" TargetMode="External"/><Relationship Id="rId10" Type="http://schemas.openxmlformats.org/officeDocument/2006/relationships/hyperlink" Target="https://medium.com/@meir412_37692/d-a-r-t-your-new-weapon-against-overfitting-in-boosting-models-9ea4e6aa435b" TargetMode="External"/><Relationship Id="rId13" Type="http://schemas.openxmlformats.org/officeDocument/2006/relationships/hyperlink" Target="https://towardsdatascience.com/xgboost-alternative-base-learners-a2dc72d97e64" TargetMode="External"/><Relationship Id="rId12" Type="http://schemas.openxmlformats.org/officeDocument/2006/relationships/hyperlink" Target="https://fastercapital.com/keyword/dart-boosting-type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datasciencecentral.com/decision-tree-vs-random-forest-vs-boosted-trees-explained/" TargetMode="External"/><Relationship Id="rId9" Type="http://schemas.openxmlformats.org/officeDocument/2006/relationships/hyperlink" Target="https://www.baeldung.com/cs/gradient-boosting-trees-vs-random-forests" TargetMode="External"/><Relationship Id="rId15" Type="http://schemas.openxmlformats.org/officeDocument/2006/relationships/hyperlink" Target="https://www.r-bloggers.com/2017/08/dart-dropout-regulation-in-boosting-ensembles/#google_vignette" TargetMode="External"/><Relationship Id="rId14" Type="http://schemas.openxmlformats.org/officeDocument/2006/relationships/hyperlink" Target="https://arxiv.org/abs/1505.01866" TargetMode="External"/><Relationship Id="rId16" Type="http://schemas.openxmlformats.org/officeDocument/2006/relationships/hyperlink" Target="https://neptune.ai/blog/lightgbm-parameters-guide" TargetMode="External"/><Relationship Id="rId5" Type="http://schemas.openxmlformats.org/officeDocument/2006/relationships/hyperlink" Target="https://www.geeksforgeeks.org/machine-learning/lightgbm-boosting-algorithms/" TargetMode="External"/><Relationship Id="rId6" Type="http://schemas.openxmlformats.org/officeDocument/2006/relationships/hyperlink" Target="https://repositorio.uam.es/server/api/core/bitstreams/61b6665a-5914-4559-ad8e-13d069cc0817/content" TargetMode="External"/><Relationship Id="rId7" Type="http://schemas.openxmlformats.org/officeDocument/2006/relationships/hyperlink" Target="https://arxiv.org/pdf/2412.14916" TargetMode="External"/><Relationship Id="rId8" Type="http://schemas.openxmlformats.org/officeDocument/2006/relationships/hyperlink" Target="http://proceedings.mlr.press/v38/korlakaivinayak15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00650" y="3862450"/>
            <a:ext cx="62778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29">
                <a:latin typeface="Calibri"/>
                <a:ea typeface="Calibri"/>
                <a:cs typeface="Calibri"/>
                <a:sym typeface="Calibri"/>
              </a:rPr>
              <a:t>Grupo A:</a:t>
            </a:r>
            <a:endParaRPr sz="192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929">
                <a:latin typeface="Calibri"/>
                <a:ea typeface="Calibri"/>
                <a:cs typeface="Calibri"/>
                <a:sym typeface="Calibri"/>
              </a:rPr>
              <a:t>Grupo B:</a:t>
            </a:r>
            <a:endParaRPr sz="192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>
            <a:hlinkClick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550" y="3798200"/>
            <a:ext cx="2111175" cy="1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267325" y="1320454"/>
            <a:ext cx="8462100" cy="12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Problema  #n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“Título del problema #n”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55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100" y="4131275"/>
            <a:ext cx="6277800" cy="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2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A: Nestor Paniagua</a:t>
            </a:r>
            <a:endParaRPr sz="172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72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B: Mateo Dagostino, Diego Carabajal </a:t>
            </a:r>
            <a:endParaRPr sz="172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648775" y="1277963"/>
            <a:ext cx="4583400" cy="27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  Hyperparameter Tuning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  #14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“Métodos de boosting en LightGBM: 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GBDT vs RF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GBDT vs DART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RF vs DART”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397400" y="179575"/>
            <a:ext cx="143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Hipótesis Experimental del Problema #n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7625" y="110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Hipótesis experimental,  se explica lo que se desea descubrir / comparar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591975"/>
            <a:ext cx="49053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Hipótesis Experimental del Grupo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396050"/>
            <a:ext cx="4905300" cy="28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Calibri"/>
                <a:ea typeface="Calibri"/>
                <a:cs typeface="Calibri"/>
                <a:sym typeface="Calibri"/>
              </a:rPr>
              <a:t>El objetivo es comparar la implementación de LightGBM con diferentes hiperparámetros para boosting: GBDT (Gradient Boosting Decision Tree), DART (Dropouts meet Multiple Additive Regression Trees) y RF (Random Forest)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>
                <a:latin typeface="Calibri"/>
                <a:ea typeface="Calibri"/>
                <a:cs typeface="Calibri"/>
                <a:sym typeface="Calibri"/>
              </a:rPr>
              <a:t>Compararemos el desempeño de los mismos con respecto a la ganancia obtenida en el mes 202109. Por ende la ganancia que vamos a poder visualizar es la que se da a conocer en el leaderboard Public.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400">
                <a:latin typeface="Calibri"/>
                <a:ea typeface="Calibri"/>
                <a:cs typeface="Calibri"/>
                <a:sym typeface="Calibri"/>
              </a:rPr>
              <a:t>Según la bibliografía leída antes de comenzar a realizar las pruebas, creemos que </a:t>
            </a:r>
            <a:r>
              <a:rPr b="1" lang="es-419" sz="1400">
                <a:latin typeface="Calibri"/>
                <a:ea typeface="Calibri"/>
                <a:cs typeface="Calibri"/>
                <a:sym typeface="Calibri"/>
              </a:rPr>
              <a:t>el modelo que nos generará mayor ganancia es el desarrollado con GBDT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0" y="4731900"/>
            <a:ext cx="1322700" cy="411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Proxima Nova"/>
                <a:ea typeface="Proxima Nova"/>
                <a:cs typeface="Proxima Nova"/>
                <a:sym typeface="Proxima Nova"/>
              </a:rPr>
              <a:t>GRUPO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buscan artículos, no necesariamente papers y menos tesis de doctorado, pueden ser las porquerias de Medium y Towards Data Science (voy a disfrutar al ver sus caras cuando verifiquen experimentalmente su inexactitud),  que hablen sobre el tema, y se resumen las conclusiones de los mismos.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7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title"/>
          </p:nvPr>
        </p:nvSpPr>
        <p:spPr>
          <a:xfrm>
            <a:off x="287650" y="-297025"/>
            <a:ext cx="49053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0" y="4731900"/>
            <a:ext cx="1322700" cy="411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Proxima Nova"/>
                <a:ea typeface="Proxima Nova"/>
                <a:cs typeface="Proxima Nova"/>
                <a:sym typeface="Proxima Nova"/>
              </a:rPr>
              <a:t>GRUPO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755300" y="1325125"/>
            <a:ext cx="386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321200"/>
            <a:ext cx="8520600" cy="4275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hlinkClick r:id="rId4"/>
              </a:rPr>
              <a:t>https://www.datasciencecentral.com/decision-tree-vs-random-forest-vs-boosted-trees-explained/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u="sng">
                <a:solidFill>
                  <a:schemeClr val="hlink"/>
                </a:solidFill>
                <a:hlinkClick r:id="rId5"/>
              </a:rPr>
              <a:t>https://www.geeksforgeeks.org/machine-learning/lightgbm-boosting-algorithms/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u="sng">
                <a:solidFill>
                  <a:schemeClr val="hlink"/>
                </a:solidFill>
                <a:hlinkClick r:id="rId6"/>
              </a:rPr>
              <a:t>https://repositorio.uam.es/server/api/core/bitstreams/61b6665a-5914-4559-ad8e-13d069cc0817/content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-419" u="sng">
                <a:solidFill>
                  <a:schemeClr val="hlink"/>
                </a:solidFill>
                <a:hlinkClick r:id="rId7"/>
              </a:rPr>
              <a:t>https://arxiv.org/pdf/2412.14916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DART: Dropouts meet Multiple Additive Regression Trees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https://www.baeldung.com/cs/gradient-boosting-trees-vs-random-forests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https://medium.com/@meir412_37692/d-a-r-t-your-new-weapon-against-overfitting-in-boosting-models-9ea4e6aa435b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https://medium.com/data-waffles/the-monotonic-darting-best-first-boosted-tree-cd917bb4a247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Dart Boosting Type - FasterCapital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https://towardsdatascience.com/xgboost-alternative-base-learners-a2dc72d97e64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https://arxiv.org/abs/1505.01866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https://www.r-bloggers.com/2017/08/dart-dropout-regulation-in-boosting-ensembles/#google_vignette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https://neptune.ai/blog/lightgbm-parameters-guide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s-419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https://www.youtube.com/watch?v=qGsHlvE8KZM&amp;t=1568s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5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Sesgos Cognitivos (conflictos de intereses)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829">
                <a:latin typeface="Calibri"/>
                <a:ea typeface="Calibri"/>
                <a:cs typeface="Calibri"/>
                <a:sym typeface="Calibri"/>
              </a:rPr>
              <a:t>Cada alumno que participa del problema escribe con total honestidad y claridad cuáles son sus intereses/creencias previos sobre el problema, sobre cómo le gustaría/convendría que fuera la solución al problema.</a:t>
            </a:r>
            <a:endParaRPr sz="182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829">
                <a:latin typeface="Calibri"/>
                <a:ea typeface="Calibri"/>
                <a:cs typeface="Calibri"/>
                <a:sym typeface="Calibri"/>
              </a:rPr>
              <a:t>Ejemplo1 :  tengo gran interés en que el AutoML supere al modelo de LightGBM porque me da gran fastidio el trabajo manual que implica la Ciencia de Datos ya que odio programar.</a:t>
            </a:r>
            <a:endParaRPr sz="182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829">
                <a:latin typeface="Calibri"/>
                <a:ea typeface="Calibri"/>
                <a:cs typeface="Calibri"/>
                <a:sym typeface="Calibri"/>
              </a:rPr>
              <a:t>Ejemplo2 : en todos lados dice que lambda_l1 y lambda_l2 son importantes, entonces ansío que eso se vea con claridad en este experimento</a:t>
            </a:r>
            <a:endParaRPr sz="182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829">
                <a:latin typeface="Calibri"/>
                <a:ea typeface="Calibri"/>
                <a:cs typeface="Calibri"/>
                <a:sym typeface="Calibri"/>
              </a:rPr>
              <a:t>Ejemplo3 : odio engrasarme las manos con los datos, quiero que se demuestre que el Feature Engineering manual no sirve, y que todo se puede automatizar.</a:t>
            </a:r>
            <a:endParaRPr sz="182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-419" sz="1829">
                <a:latin typeface="Calibri"/>
                <a:ea typeface="Calibri"/>
                <a:cs typeface="Calibri"/>
                <a:sym typeface="Calibri"/>
              </a:rPr>
              <a:t>(no se preocupe, lo que se valorará al final de la tarea es que “la evidencia perfore la creencia” en caso que los experimentos no den como a usted le gustaría )</a:t>
            </a:r>
            <a:endParaRPr sz="1829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591975"/>
            <a:ext cx="49053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Sesgos cognitivos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396050"/>
            <a:ext cx="6288300" cy="31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En las publicaciones, se afirma que DART es un tipo de boosting que aumenta la performance del modelo, minimiza el error, y ayuda con el overfitting. 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Nosotros creemos que DART puede tener buena performance, aunque no sabemos si lo suficiente como para que valga la pena teniendo en cuenta el tiempo que requiere; sobre todo para ser aplicado en la mayoría de los casos en la vida real, donde el tiempo es valioso. 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En los casos donde haya tiempo disponible, creemos que DART podría valer la pena. 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Creemos también que RF va a tener una performance inferior a DART, pero no muy inferior a GBDT.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7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0" y="4731900"/>
            <a:ext cx="1322700" cy="411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Proxima Nova"/>
                <a:ea typeface="Proxima Nova"/>
                <a:cs typeface="Proxima Nova"/>
                <a:sym typeface="Proxima Nova"/>
              </a:rPr>
              <a:t>GRUPO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591975"/>
            <a:ext cx="49053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Sesgos cognitivos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396050"/>
            <a:ext cx="6288300" cy="33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En base a la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que obtuvimos de las distintas fuentes, creemos que el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de GBDT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será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el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óptimo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en cuanto a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precisión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y velocidad. No es casualidad que LightGBM que hoy es considerado el estado del arte tenga por default el GBDT. 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-El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de DART puede tener una demora considerable al no tener un criterio de corte por lo que la cantidad de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árboles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que tiene que armar son mayores a los de su competencia.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Nos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gustaría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que el método más rápido y más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económico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, sea el que tenga el mejor accuracy para no tener la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necesidad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de probar con cada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 de Boosting cada vez que nos enfrentemos a un problema de </a:t>
            </a: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clasificación y que no nos cueste mucho dinero clasificar nuestro target.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-419" sz="1490">
                <a:latin typeface="Calibri"/>
                <a:ea typeface="Calibri"/>
                <a:cs typeface="Calibri"/>
                <a:sym typeface="Calibri"/>
              </a:rPr>
              <a:t>- Random forest puede ser una opción rápida y viable, a los efectos de tener una primera visión de los resultados del modelo.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7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0" y="4731900"/>
            <a:ext cx="1322700" cy="411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Proxima Nova"/>
                <a:ea typeface="Proxima Nova"/>
                <a:cs typeface="Proxima Nova"/>
                <a:sym typeface="Proxima Nova"/>
              </a:rPr>
              <a:t>GRUPO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Diseño experimental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describen con claridad y gran detalle los materiales y métodos, las familias de experimentos necesarias para responder a la hipótesis experimental, y debe escribirse la justificación de dicho diseño.</a:t>
            </a:r>
            <a:br>
              <a:rPr lang="es-419">
                <a:latin typeface="Calibri"/>
                <a:ea typeface="Calibri"/>
                <a:cs typeface="Calibri"/>
                <a:sym typeface="Calibri"/>
              </a:rPr>
            </a:br>
            <a:r>
              <a:rPr lang="es-419">
                <a:latin typeface="Calibri"/>
                <a:ea typeface="Calibri"/>
                <a:cs typeface="Calibri"/>
                <a:sym typeface="Calibri"/>
              </a:rPr>
              <a:t>Se explican con total claridad las limitaciones que tiene el diseño experimental elegido.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Algunos problemas podrán responderse con una sola familia de experimentos, otros con más de una familia.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Los diseños experimentales de la comisión 1 deben ser distintos a los de la comisión 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Diseño experimental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Para poder responder nuestra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hipótesis definimos los siguientes lineamientos: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Partimos del notebook de experimentación de laboratorio senior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Modificamos el notebook inicial para generar 3 notebooks distintas, una por cada método de boosting: GBDT , Random Forest y DART. Solo se modificó el método de boosting, el resto de los parámetros se mantuvieron iguales de forma tal que sean comparables.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Generamos 3 instancias de máquinas virtuales para poder correr cada método en paralelo con sus correspondientes semillas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Definimos el grupo A y grupo B. Cada grupo modificó su notebook para correrlo en un periodo temporal distinto y un mes futuro distinto.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De a una semilla a la vez, se corrieron los 3 métodos en paralelo y se obtuvieron las ganancias. El grupo A las obtuvo de Kaggle y el grupo B directamente del archivo del bucket resultante de las corridas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promedian las ganancias de las 10 semillas y se contrasta cada uno de los métodos en cada grupo.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comparan los resultados del grupo A vs el grupo B para evaluar consistencia de resultados.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reflejan las conclusiones finales en la presentación final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expresa con total honestidad intelectual la creencia sobre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La razón por la cual los experimentos diseñados no podrían estar respondiendo al Problema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Posibles problemas en el diseño experimental, casos que no son contemplados, insuficiente cantidad de corridas para la naturaleza probabilística del problema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Problemas en las corridas de los experimentos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Es preferible que honestamente se ataje, a que quizás un par revisor, o con certeza un profesor, descubra un fatal error en su experimento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La gran limitante que tuvimos fue de tiempo y recursos. Esto se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observó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principalmente en las corridas del método de boosting de DART ya que no tuvimos el tiempo para poder terminar las 10 semillas dentro de cada Grupo.  A su vez , tuvimos dificultades con las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máquinas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virtuales spot que se apagaban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espontáneamente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o el notebook que se tildaba en alguna parte del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(BO) y debíamos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restablecerlo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manualmente.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Asumimos los valores seteados en el Baseline para los hiperparámetros exclusivos de DART.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No todos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compartíamos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el mismo poder computo otorgado por Google Cloud. La velocidad de las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máquinas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virtuales no fueron constantes.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>
            <p:ph type="title"/>
          </p:nvPr>
        </p:nvSpPr>
        <p:spPr>
          <a:xfrm>
            <a:off x="341100" y="445025"/>
            <a:ext cx="665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Limitaciones DART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737875" y="1017713"/>
            <a:ext cx="665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Tarda realmente muchísimo en correr. Contamos con muy pocos intentos para experimentar.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Asumimos los valores seteados en el Baseline para los hiperparámetros exclusivos de DART.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No se tiene tiempo para correr mayor cantidad de optimizaciones bayesianas con otros rangos / períodos de meses más allá del Baseline.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Para la modalidad conceptual tardó 36 horas aproximadamente con los hiperparámetros fijos propios de DART.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0" y="4731900"/>
            <a:ext cx="1322700" cy="411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Proxima Nova"/>
                <a:ea typeface="Proxima Nova"/>
                <a:cs typeface="Proxima Nova"/>
                <a:sym typeface="Proxima Nova"/>
              </a:rPr>
              <a:t>GRUPO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Para cada familia de experimentos, se presentan objetivamente en tablas y gráficos los resultados obtenidos, sin ningún tipo de especulación ni interpretación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00" y="1001822"/>
            <a:ext cx="2666849" cy="1404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00" y="3692938"/>
            <a:ext cx="2654801" cy="13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0500" y="1975325"/>
            <a:ext cx="3081375" cy="9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8850" y="2976450"/>
            <a:ext cx="3384175" cy="21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400" y="2442104"/>
            <a:ext cx="2654801" cy="1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15675" y="3371831"/>
            <a:ext cx="2188458" cy="13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Discusión (de los resultados)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interpretan los resultados, puestos en el contexto de la hipótesis experimental en particular y el Modelado Predictivo en general 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relacionan entre sí los resultados de las distintas familias de experimentos.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relacionan los resultados con los resultados de algunos Problemas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Discusión (de los resultados)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el Grupo A se ejecutaron las corridas con 5 semillas para cada unos de los 3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 boosting evaluados. Como resultado se obtuvieron las ganancias de cada uno de ellos del leaderboard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público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 la competencia Sr. de Kaggle.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contempló que  el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 DART fue el que obtuvo la mayor ganancia, seguido por GBDT y por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último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Random Forest.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aplicó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el test de Wilcoxon cruzando todos los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métodos;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como resultado, se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observó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que DART y GBDT no tienen una diferencia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estadísticamente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significativa en sus ganancias. Por otro lado, en su comparativa con Random Forest obtuvimos un p-valor muy cercano a 0.05; por lo tanto, creemos que se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debió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 que contábamos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únicamente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con 5 semillas y en el caso de contar con mayor cantidad de semillas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hubiéramos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obtenido resultados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concluyentes donde se presentaría una clara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diferencia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contra el resto de los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Si bien GBDT y DART no presentaron distinciones, si podemos destacar una diferencia en tiempos de carga de 5 veces menores para GBDT.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el Grupo B se ejecutaron las corridas con 10 semillas para cada uno de los 3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 boosting evaluados. Como resultado se obtuvieron las ganancias de los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y los resultados fueron equivalentes a los del Grupo A. Con la diferencia que al contar con mayor cantidad de semillas, el p-valor de los test de Wilcoxon, al comparar contra Random Forest nos dio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sustancialmente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menor a 0.05 demostrando una diferencia significativa contra las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ganancias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 los otros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 Nuevamente se demuestra que GBDT demora 5 veces menos que DART y obtenemos ganancias equivalentes.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observó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que el grupo A y el B obtuvieron resultados muy similares y llegaron a las mismas conclusiones.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base a los experimentos realizados, se observa que dentro de los métodos de boosting de LightGBM, DART y GBDT obtienen las mayores ganancias. Sin embargo, dado que DART demora aproximadamente cinco veces más que el método GBDT y que la diferencia en los resultados no es estadísticamente significativa, resulta más conveniente optar por GBDT, ya que ofrece un rendimiento similar con tiempos  menores.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la práctica, esta diferencia de tiempo es relevante porque implica menores costos de procesamiento.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Estas conclusiones son válidas únicamente para datasets con características similares y utilizando los parámetros obtenidos en la optimización aplicada a cada método de boosting evaluado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Recomendación concreta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Recomendar a toda la cohorte cómo proceder con esa etapa del workflow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Expresar con total claridad sobre si el experimento dio resultados concluyentes o no.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-419">
                <a:latin typeface="Calibri"/>
                <a:ea typeface="Calibri"/>
                <a:cs typeface="Calibri"/>
                <a:sym typeface="Calibri"/>
              </a:rPr>
            </a:br>
            <a:r>
              <a:rPr lang="es-419">
                <a:latin typeface="Calibri"/>
                <a:ea typeface="Calibri"/>
                <a:cs typeface="Calibri"/>
                <a:sym typeface="Calibri"/>
              </a:rPr>
              <a:t>Mostrar con absoluta claridad cómo deben setearse los parámetros del workflow mostrando el código de como queda esa función en el workflow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Aclarar si debe incorporarse algún script nuevo (deberá estar el link)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Recomendación concreta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En base a los resultados obtenidos en el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experimento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, concluimos que el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de boosting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óptimo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a utilizar es </a:t>
            </a:r>
            <a:r>
              <a:rPr b="1" lang="es-419">
                <a:latin typeface="Calibri"/>
                <a:ea typeface="Calibri"/>
                <a:cs typeface="Calibri"/>
                <a:sym typeface="Calibri"/>
              </a:rPr>
              <a:t>GBDT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porque permite obtener las mayores ganancias con menor costo computacional y tiempo.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El workflow por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encuentra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configurado para utilizar el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de boosting: GBDT.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u="sng">
                <a:latin typeface="Calibri"/>
                <a:ea typeface="Calibri"/>
                <a:cs typeface="Calibri"/>
                <a:sym typeface="Calibri"/>
              </a:rPr>
              <a:t>RECOMENDAMOS NO MODIFICAR NADA DEL </a:t>
            </a:r>
            <a:r>
              <a:rPr lang="es-419" u="sng">
                <a:latin typeface="Calibri"/>
                <a:ea typeface="Calibri"/>
                <a:cs typeface="Calibri"/>
                <a:sym typeface="Calibri"/>
              </a:rPr>
              <a:t>CÓDIGO</a:t>
            </a:r>
            <a:endParaRPr u="sng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1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Futuros Problemas y Experimentos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podría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>
                <a:latin typeface="Calibri"/>
                <a:ea typeface="Calibri"/>
                <a:cs typeface="Calibri"/>
                <a:sym typeface="Calibri"/>
              </a:rPr>
              <a:t>evaluar para futuros experimentos, probar el método de DART utilizando otras combinaciones de hiperparametros y no únicamente los que se encuentras por default. De esta manera se ampliará el rango de comparación del experimento y los resultados podrían ser más concluyentes.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Anexo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079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Para cada familia de experimentos se da un link a una carpeta de GitHub que contiene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Todos los scripts utilizados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La forma en que deben ser corridos dichos scripts para que puedan ser replicados, partiendo desde el dataset de la competencia.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